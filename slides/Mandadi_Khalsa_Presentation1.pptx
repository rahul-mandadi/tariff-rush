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UNDER 10 MINUTES. Slide 7 needs the most time; 1 and 4 the least.</a:t>
            </a:r>
          </a:p>
          <a:p>
            <a:r>
              <a:t>slides/SCRIPT.md is written to 9:15 measured. Do not ad-lib past it.</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