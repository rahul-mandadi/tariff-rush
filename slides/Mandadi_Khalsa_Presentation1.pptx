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0:20   |   clock at end 0:20</a:t>
            </a:r>
          </a:p>
          <a:p>
            <a:r>
              <a:t>==========================================================</a:t>
            </a:r>
          </a:p>
          <a:p>
            <a:r>
              <a:t>SAY THIS:</a:t>
            </a:r>
          </a:p>
          <a:p/>
          <a:p>
            <a:r>
              <a:t>Hi everyone. I'm Rahul, this is Raunak, and our project is called Borrowed or Real.</a:t>
            </a:r>
          </a:p>
          <a:p/>
          <a:p>
            <a:r>
              <a:t>Imports drop after a tariff starts.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tied to one country rather than to overall volume: an importer looking for a new supplier, a lender behind either side, a carrier running that route. We are still working out which of those the data helps most. An earlier version of this project said port and terminal operators; we tested that and dropped it, because the goods that stop coming from one country just arrive from another, through much the same US ports.</a:t>
            </a:r>
          </a:p>
          <a:p/>
          <a:p>
            <a:r>
              <a:t>Q: Five percent of what, exactly?</a:t>
            </a:r>
          </a:p>
          <a:p>
            <a:r>
              <a:t>A: It is the middle value across 1,350 pairs of one tariff action and one product group. If you work it out per action instead, the middle value is 1.3 percent, so the slide uses the safer number.</a:t>
            </a:r>
          </a:p>
          <a:p/>
          <a:p>
            <a:r>
              <a:t>Q: What were the other two reasons?</a:t>
            </a:r>
          </a:p>
          <a:p>
            <a:r>
              <a:t>A: First, most of the dates we have come from notices that just put an earlier decision into effect. So the gap between the date we hold and the start date is only about nine days, which leaves almost no run-up to measure. The copper story answers that one: the rush runs on news, not on paperwork. Second, we had lumped all the supplying countries together, which comparing across countries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1:22   |   clock at end 1:42</a:t>
            </a:r>
          </a:p>
          <a:p>
            <a:r>
              <a:t>==========================================================</a:t>
            </a:r>
          </a:p>
          <a:p>
            <a:r>
              <a:t>SAY THIS:</a:t>
            </a:r>
          </a:p>
          <a:p/>
          <a:p>
            <a:r>
              <a:t>So, tariffs don't happen overnight. They get announced, and they take effect on a named date</a:t>
            </a:r>
          </a:p>
          <a:p>
            <a:r>
              <a:t>later.</a:t>
            </a:r>
          </a:p>
          <a:p/>
          <a:p>
            <a:r>
              <a:t>Figure 1 is monthly copper imports, in dollars. Here's July 2025, when a fifty percent duty was</a:t>
            </a:r>
          </a:p>
          <a:p>
            <a:r>
              <a:t>announced. Here's August, when it started.</a:t>
            </a:r>
          </a:p>
          <a:p/>
          <a:p>
            <a:r>
              <a:t>But look at what the line does. It doesn't wait for July. It starts climbing in February and</a:t>
            </a:r>
          </a:p>
          <a:p>
            <a:r>
              <a:t>nearly triples by the announcement, because the investigation was public months earlier. Everyone</a:t>
            </a:r>
          </a:p>
          <a:p>
            <a:r>
              <a:t>could see it coming.</a:t>
            </a:r>
          </a:p>
          <a:p/>
          <a:p>
            <a:r>
              <a:t>So the rush doesn't start when a tariff becomes official. It starts when it becomes likely.</a:t>
            </a:r>
          </a:p>
          <a:p/>
          <a:p>
            <a:r>
              <a:t>Then August, and it drops hard.</a:t>
            </a:r>
          </a:p>
          <a:p/>
          <a:p>
            <a:r>
              <a:t>You'll also see it climb back up, and here's why. The tariff landed on semi-finished copper, wire</a:t>
            </a:r>
          </a:p>
          <a:p>
            <a:r>
              <a:t>and tube, not on refined cathodes, which are most of this chart. So a lot of that rush was on an</a:t>
            </a:r>
          </a:p>
          <a:p>
            <a:r>
              <a:t>expectation that didn't land. The products that did get the fifty percent are down forty-five</a:t>
            </a:r>
          </a:p>
          <a:p>
            <a:r>
              <a:t>percent and have stayed down.</a:t>
            </a:r>
          </a:p>
          <a:p/>
          <a:p>
            <a:r>
              <a:t>That's front-loading. Goods that would have come in October came in June instead. We call that</a:t>
            </a:r>
          </a:p>
          <a:p>
            <a:r>
              <a:t>borrowed, because the later months pay it 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1:08   |   clock at end 2:51</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a:t>
            </a:r>
          </a:p>
          <a:p>
            <a:r>
              <a:t>country that just got hit, you have a decision. Wait it out, or go and find a new supplier?</a:t>
            </a:r>
          </a:p>
          <a:p>
            <a:r>
              <a:t>Qualifying a new supplier takes months and real money.</a:t>
            </a:r>
          </a:p>
          <a:p/>
          <a:p>
            <a:r>
              <a:t>And it isn't just importers. A bank that lent against that trade, or the carrier running it, faces</a:t>
            </a:r>
          </a:p>
          <a:p>
            <a:r>
              <a:t>the same question.</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for a quarter, and every one</a:t>
            </a:r>
          </a:p>
          <a:p>
            <a:r>
              <a:t>of 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3:42</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a:t>
            </a:r>
          </a:p>
          <a:p>
            <a:r>
              <a:t>goods were borrowed and come back, or the demand was lost for good, or the same goods now come</a:t>
            </a:r>
          </a:p>
          <a:p>
            <a:r>
              <a:t>from a 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1:28   |   clock at end 5:11</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a:t>
            </a:r>
          </a:p>
          <a:p>
            <a:r>
              <a:t>code, 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a:t>
            </a:r>
          </a:p>
          <a:p>
            <a:r>
              <a:t>digits sit inside eight, so we can match a tariff to exactly the products it names instead of</a:t>
            </a:r>
          </a:p>
          <a:p>
            <a:r>
              <a:t>guessing.</a:t>
            </a:r>
          </a:p>
          <a:p/>
          <a:p>
            <a:r>
              <a:t>How do we know the data's right? Add up 2017 and we get two point three four trillion dollars. The</a:t>
            </a:r>
          </a:p>
          <a:p>
            <a:r>
              <a:t>published figure is two point three four trillion. And all 140 months check against a separate</a:t>
            </a:r>
          </a:p>
          <a:p>
            <a:r>
              <a:t>total the API gives us.</a:t>
            </a:r>
          </a:p>
          <a:p/>
          <a:p>
            <a:r>
              <a:t>Second source is the Federal Register. Nearly two thousand eight hundred documents, a hundred and</a:t>
            </a:r>
          </a:p>
          <a:p>
            <a:r>
              <a:t>thirty four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6:33</a:t>
            </a:r>
          </a:p>
          <a:p>
            <a:r>
              <a:t>==========================================================</a:t>
            </a:r>
          </a:p>
          <a:p>
            <a:r>
              <a:t>SAY THIS:</a:t>
            </a:r>
          </a:p>
          <a:p/>
          <a:p>
            <a:r>
              <a:t>The first thing we tried was to find the months that look weird.</a:t>
            </a:r>
          </a:p>
          <a:p/>
          <a:p>
            <a:r>
              <a:t>For each product group, we used the earlier years to work out what it would normally have done.</a:t>
            </a:r>
          </a:p>
          <a:p>
            <a:r>
              <a:t>Then we drew a band around that for ordinary month to month wobble. Anything outside the band</a:t>
            </a:r>
          </a:p>
          <a:p>
            <a:r>
              <a:t>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like organic chemicals and pharmaceuticals, both under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it has no idea why. It can't tell a tariff from a bad</a:t>
            </a:r>
          </a:p>
          <a:p>
            <a:r>
              <a:t>harvest. That's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1:46   |   clock at end 8:19</a:t>
            </a:r>
          </a:p>
          <a:p>
            <a:r>
              <a:t>==========================================================</a:t>
            </a:r>
          </a:p>
          <a:p>
            <a:r>
              <a:t>SAY THIS:</a:t>
            </a:r>
          </a:p>
          <a:p/>
          <a:p>
            <a:r>
              <a:t>A tariff order never says "chapter 74, copper". It points at a list of specific eight digit codes,</a:t>
            </a:r>
          </a:p>
          <a:p>
            <a:r>
              <a:t>usually in a separate legal notice. So if you haven't read those lists, there's only one thing you</a:t>
            </a:r>
          </a:p>
          <a:p>
            <a:r>
              <a:t>can do. You mark a whole product group as tariffed whenever any action touches anything inside it.</a:t>
            </a:r>
          </a:p>
          <a:p/>
          <a:p>
            <a:r>
              <a:t>That's what we did. And we got nothing.</a:t>
            </a:r>
          </a:p>
          <a:p/>
          <a:p>
            <a:r>
              <a:t>So we went and read the lists. Nine thousand and eighty three eight digit codes.</a:t>
            </a:r>
          </a:p>
          <a:p/>
          <a:p>
            <a:r>
              <a:t>Figure 5 is what we found. Each bar counts a tariff action paired with a product group. The</a:t>
            </a:r>
          </a:p>
          <a:p>
            <a:r>
              <a:t>typical one covers about five percent of that group's value, and the red on the left is a third of</a:t>
            </a:r>
          </a:p>
          <a:p>
            <a:r>
              <a:t>them 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a:t>
            </a:r>
          </a:p>
          <a:p>
            <a:r>
              <a:t>it wasn't, the real reaction in that five percent gets averaged away by everything that didn't</a:t>
            </a:r>
          </a:p>
          <a:p>
            <a:r>
              <a:t>move. The zero wasn't telling us about the world. It was telling us about our ruler.</a:t>
            </a:r>
          </a:p>
          <a:p/>
          <a:p>
            <a:r>
              <a:t>It was one of three reasons, and it's the one anyone doing this would hit.</a:t>
            </a:r>
          </a:p>
          <a:p/>
          <a:p>
            <a:r>
              <a:t>The fix is to work at eight digits, where a tariff either names a product or it doesn't.</a:t>
            </a:r>
          </a:p>
          <a:p>
            <a:r>
              <a:t>Everything 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1:30   |   clock at end 9:50</a:t>
            </a:r>
          </a:p>
          <a:p>
            <a:r>
              <a:t>==========================================================</a:t>
            </a:r>
          </a:p>
          <a:p>
            <a:r>
              <a:t>SAY THIS:</a:t>
            </a:r>
          </a:p>
          <a:p/>
          <a:p>
            <a:r>
              <a:t>Built and checked. We've got 140 months of trade at the level tariffs are actually written, and it</a:t>
            </a:r>
          </a:p>
          <a:p>
            <a:r>
              <a:t>adds up to the published totals.</a:t>
            </a:r>
          </a:p>
          <a:p/>
          <a:p>
            <a:r>
              <a:t>We've got a detector that finds unusual months, and we're upfront that on its own it can't tell a</a:t>
            </a:r>
          </a:p>
          <a:p>
            <a:r>
              <a:t>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paired with a placebo, which is the exact same</a:t>
            </a:r>
          </a:p>
          <a:p>
            <a:r>
              <a:t>calculation with every event shifted back two years. If it doesn't separate from its placebo, we</a:t>
            </a:r>
          </a:p>
          <a:p>
            <a:r>
              <a:t>don't report it. That's already killed three methods we built.</a:t>
            </a:r>
          </a:p>
          <a:p/>
          <a:p>
            <a:r>
              <a:t>Next, question one,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match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and it adds up to the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