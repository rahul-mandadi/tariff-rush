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0:20   |   clock at end 0:20</a:t>
            </a:r>
          </a:p>
          <a:p>
            <a:r>
              <a:t>==========================================================</a:t>
            </a:r>
          </a:p>
          <a:p>
            <a:r>
              <a:t>SAY THIS:</a:t>
            </a:r>
          </a:p>
          <a:p/>
          <a:p>
            <a:r>
              <a:t>Hi everyone. I'm Rahul, this is Raunak, and our project is called Borrowed or Real.</a:t>
            </a:r>
          </a:p>
          <a:p/>
          <a:p>
            <a:r>
              <a:t>Imports drop after a tariff starts.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tied to one country rather than to overall volume: an importer looking for a new supplier, a lender behind either side, a carrier running that route. We are still working out which of those the data helps most. An earlier version of this project said port and terminal operators; we tested that and dropped it, because the goods that stop coming from one country just arrive from another, through much the same US ports.</a:t>
            </a:r>
          </a:p>
          <a:p/>
          <a:p>
            <a:r>
              <a:t>Q: Five percent of what, exactly?</a:t>
            </a:r>
          </a:p>
          <a:p>
            <a:r>
              <a:t>A: It is the middle value across 1,350 pairs of one tariff action and one product group. If you work it out per action instead, the middle value is 1.3 percent, so the slide uses the safer number.</a:t>
            </a:r>
          </a:p>
          <a:p/>
          <a:p>
            <a:r>
              <a:t>Q: What were the other two reasons?</a:t>
            </a:r>
          </a:p>
          <a:p>
            <a:r>
              <a:t>A: First, most of the dates we have come from notices that just put an earlier decision into effect. So the gap between the date we hold and the start date is only about nine days, which leaves almost no run-up to measure. The copper story answers that one: the rush runs on news, not on paperwork. Second, we had lumped all the supplying countries together, which comparing across countries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1:18   |   clock at end 1:38</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 Three weeks apart.</a:t>
            </a:r>
          </a:p>
          <a:p/>
          <a:p>
            <a:r>
              <a:t>But look at what the line does. It doesn't wait for July. It starts climbing in February, and</a:t>
            </a:r>
          </a:p>
          <a:p>
            <a:r>
              <a:t>nearly triples by the time of the announcement. Why? Because the investigation behind that tariff</a:t>
            </a:r>
          </a:p>
          <a:p>
            <a:r>
              <a:t>was public months earlier. Everyone in the industry could see it coming.</a:t>
            </a:r>
          </a:p>
          <a:p/>
          <a:p>
            <a:r>
              <a:t>So the rush doesn't start when a tariff becomes official. It starts when it becomes likely.</a:t>
            </a:r>
          </a:p>
          <a:p/>
          <a:p>
            <a:r>
              <a:t>Then August, and it drops hard.</a:t>
            </a:r>
          </a:p>
          <a:p/>
          <a:p>
            <a:r>
              <a:t>You'll also see it climb back up at the end. That's one product and one tariff, so we're not</a:t>
            </a:r>
          </a:p>
          <a:p>
            <a:r>
              <a:t>reading anything into it. The measuring comes later.</a:t>
            </a:r>
          </a:p>
          <a:p/>
          <a:p>
            <a:r>
              <a:t>That's front-loading. Goods that would have come in October came in June instead. Nothing got</a:t>
            </a:r>
          </a:p>
          <a:p>
            <a:r>
              <a:t>created, it just moved forward in time. We call that borrowed, because the later months pay it</a:t>
            </a:r>
          </a:p>
          <a:p>
            <a:r>
              <a:t>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1:10   |   clock at end 2:48</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is asking the same question. So</a:t>
            </a:r>
          </a:p>
          <a:p>
            <a:r>
              <a:t>is the carrier running that route.</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3:40</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5:12</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We went through nearly two thousand eight hundred</a:t>
            </a:r>
          </a:p>
          <a:p>
            <a:r>
              <a:t>documents, and a hundred and thirty four of them are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6:34</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Organic chemicals and pharmaceuticals were both under open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1:48   |   clock at end 8:23</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that isn't just our problem. Anyone doing this</a:t>
            </a:r>
          </a:p>
          <a:p>
            <a:r>
              <a:t>would hit it.</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9:54</a:t>
            </a:r>
          </a:p>
          <a:p>
            <a:r>
              <a:t>==========================================================</a:t>
            </a:r>
          </a:p>
          <a:p>
            <a:r>
              <a:t>SAY THIS:</a:t>
            </a:r>
          </a:p>
          <a:p/>
          <a:p>
            <a:r>
              <a:t>Built and checked. We've got 140 months of trade at the level tariffs are actually written, and it</a:t>
            </a:r>
          </a:p>
          <a:p>
            <a:r>
              <a:t>adds up to the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exact same</a:t>
            </a:r>
          </a:p>
          <a:p>
            <a:r>
              <a:t>calculation with every event shifted back two years. If it doesn't separate from its placebo, we</a:t>
            </a:r>
          </a:p>
          <a:p>
            <a:r>
              <a:t>don't report it. That's already 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match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and it adds up to the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