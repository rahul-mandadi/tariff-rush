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0:29   |   clock at end 0:29</a:t>
            </a:r>
          </a:p>
          <a:p>
            <a:r>
              <a:t>==========================================================</a:t>
            </a:r>
          </a:p>
          <a:p>
            <a:r>
              <a:t>SAY THIS:</a:t>
            </a:r>
          </a:p>
          <a:p/>
          <a:p>
            <a:r>
              <a:t>Hi everyone. I'm Rahul, this is Raunak, and our project is called Borrowed or Real.</a:t>
            </a:r>
          </a:p>
          <a:p/>
          <a:p>
            <a:r>
              <a:t>It's about what happens to imports when the US announces a tariff. The question is in the title.</a:t>
            </a:r>
          </a:p>
          <a:p>
            <a:r>
              <a:t>Imports drop after a tariff starts, and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1:06   |   clock at end 1:35</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 Three weeks apart.</a:t>
            </a:r>
          </a:p>
          <a:p/>
          <a:p>
            <a:r>
              <a:t>But look at what the line does. It doesn't wait for July. It starts climbing in February, and</a:t>
            </a:r>
          </a:p>
          <a:p>
            <a:r>
              <a:t>nearly triples by the time of the announcement. Why? Because the investigation behind that tariff</a:t>
            </a:r>
          </a:p>
          <a:p>
            <a:r>
              <a:t>was public months earlier. Everyone in the industry could see it coming.</a:t>
            </a:r>
          </a:p>
          <a:p/>
          <a:p>
            <a:r>
              <a:t>So the rush doesn't start when a tariff becomes official. It starts when it becomes likely.</a:t>
            </a:r>
          </a:p>
          <a:p/>
          <a:p>
            <a:r>
              <a:t>Then August, and it drops hard.</a:t>
            </a:r>
          </a:p>
          <a:p/>
          <a:p>
            <a:r>
              <a:t>That's front-loading. Goods that would have come in October came in June instead. Nothing got</a:t>
            </a:r>
          </a:p>
          <a:p>
            <a:r>
              <a:t>created, it just moved forward in time. We call that borrowed, because the later months pay it</a:t>
            </a:r>
          </a:p>
          <a:p>
            <a:r>
              <a:t>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1:10   |   clock at end 2:45</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is asking the same question. So</a:t>
            </a:r>
          </a:p>
          <a:p>
            <a:r>
              <a:t>is the carrier running that route.</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3:36</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5:08</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6:30</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1:48   |   clock at end 8:19</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that isn't just our problem. Anyone doing this</a:t>
            </a:r>
          </a:p>
          <a:p>
            <a:r>
              <a:t>would hit 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9:51</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