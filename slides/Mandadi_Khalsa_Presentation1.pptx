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0:29   |   clock at end 0:29</a:t>
            </a:r>
          </a:p>
          <a:p>
            <a:r>
              <a:t>==========================================================</a:t>
            </a:r>
          </a:p>
          <a:p>
            <a:r>
              <a:t>SAY THIS:</a:t>
            </a:r>
          </a:p>
          <a:p/>
          <a:p>
            <a:r>
              <a:t>Hi everyone. I'm Rahul, this is Raunak, and our project is called Borrowed or Real.</a:t>
            </a:r>
          </a:p>
          <a:p/>
          <a:p>
            <a:r>
              <a:t>It's about what happens to imports when the US announces a tariff. The question is in the title.</a:t>
            </a:r>
          </a:p>
          <a:p>
            <a:r>
              <a:t>Imports drop after a tariff starts, and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exposed to one country rather than to total volume: an importer requalifying a supplier, a lender behind either side, a carrier running that route. We are still testing which the data serves best. An earlier version of this project named port and terminal operators; we tested that and dropped it, because displaced volume arrives from a different country through much the same US customs districts.</a:t>
            </a:r>
          </a:p>
          <a:p/>
          <a:p>
            <a:r>
              <a:t>Q: Five percent of what, exactly?</a:t>
            </a:r>
          </a:p>
          <a:p>
            <a:r>
              <a:t>A: The median over 1,350 action and product group pairs. Per action the median is 1.3 percent, so the slide is the conservative version.</a:t>
            </a:r>
          </a:p>
          <a:p/>
          <a:p>
            <a:r>
              <a:t>Q: What were the other two reasons?</a:t>
            </a:r>
          </a:p>
          <a:p>
            <a:r>
              <a:t>A: Our announcement dates are mostly implementing notices, so the median official window is nine days and there is almost no anticipation period left in the data. That is what the copper story answers: the rush runs on news, not on documents. And the partner dimension was collapsed, which the across-origins design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1:04   |   clock at end 1:33</a:t>
            </a:r>
          </a:p>
          <a:p>
            <a:r>
              <a:t>==========================================================</a:t>
            </a:r>
          </a:p>
          <a:p>
            <a:r>
              <a:t>SAY THIS:</a:t>
            </a:r>
          </a:p>
          <a:p/>
          <a:p>
            <a:r>
              <a:t>So, tariffs don't happen overnight. They get announced, and they take effect on a named date</a:t>
            </a:r>
          </a:p>
          <a:p>
            <a:r>
              <a:t>later.</a:t>
            </a:r>
          </a:p>
          <a:p/>
          <a:p>
            <a:r>
              <a:t>Figure 1 is monthly copper imports, in dollars. Here's July 2025, when a fifty percent duty was</a:t>
            </a:r>
          </a:p>
          <a:p>
            <a:r>
              <a:t>announced. Here's August, when it started. Three weeks apart.</a:t>
            </a:r>
          </a:p>
          <a:p/>
          <a:p>
            <a:r>
              <a:t>But look at what the line does. It doesn't wait for July. It starts climbing in February and nearly</a:t>
            </a:r>
          </a:p>
          <a:p>
            <a:r>
              <a:t>triples by the announcement, because the investigation behind that tariff was public months</a:t>
            </a:r>
          </a:p>
          <a:p>
            <a:r>
              <a:t>earlier. Everyone in the industry could see it coming.</a:t>
            </a:r>
          </a:p>
          <a:p/>
          <a:p>
            <a:r>
              <a:t>So the rush doesn't start when a tariff becomes official. It starts when it becomes likely.</a:t>
            </a:r>
          </a:p>
          <a:p/>
          <a:p>
            <a:r>
              <a:t>Then August, and it drops hard.</a:t>
            </a:r>
          </a:p>
          <a:p/>
          <a:p>
            <a:r>
              <a:t>That's front-loading. Goods that would have arrived in October came in in June instead. Nothing got</a:t>
            </a:r>
          </a:p>
          <a:p>
            <a:r>
              <a:t>created, it just moved forward in time. We call that borrowed, because the later months pay it</a:t>
            </a:r>
          </a:p>
          <a:p>
            <a:r>
              <a:t>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1:03   |   clock at end 2:37</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 country</a:t>
            </a:r>
          </a:p>
          <a:p>
            <a:r>
              <a:t>that just got hit, you have a decision. Wait it out, or go find a new supplier? Requalifying takes</a:t>
            </a:r>
          </a:p>
          <a:p>
            <a:r>
              <a:t>months and real money. A lender behind that trade and a carrier running that route face the same</a:t>
            </a:r>
          </a:p>
          <a:p>
            <a:r>
              <a:t>question.</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a quarter, and every one of</a:t>
            </a:r>
          </a:p>
          <a:p>
            <a:r>
              <a:t>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3:28</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 goods</a:t>
            </a:r>
          </a:p>
          <a:p>
            <a:r>
              <a:t>were borrowed and come back, or the demand was lost for good, or the same goods now come from a</a:t>
            </a:r>
          </a:p>
          <a:p>
            <a:r>
              <a:t>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1:18   |   clock at end 4:47</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 code,</a:t>
            </a:r>
          </a:p>
          <a:p>
            <a:r>
              <a:t>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 digits</a:t>
            </a:r>
          </a:p>
          <a:p>
            <a:r>
              <a:t>sit inside eight. So we can match a tariff to exactly the products it names instead of guessing.</a:t>
            </a:r>
          </a:p>
          <a:p/>
          <a:p>
            <a:r>
              <a:t>How do we know the data's right? 2017 adds up to 2,340 billion dollars against a published 2.34</a:t>
            </a:r>
          </a:p>
          <a:p>
            <a:r>
              <a:t>trillion, and all 140 months check against a separate total.</a:t>
            </a:r>
          </a:p>
          <a:p/>
          <a:p>
            <a:r>
              <a:t>Second source is the Federal Register. 2,792 documents, 134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6:09</a:t>
            </a:r>
          </a:p>
          <a:p>
            <a:r>
              <a:t>==========================================================</a:t>
            </a:r>
          </a:p>
          <a:p>
            <a:r>
              <a:t>SAY THIS:</a:t>
            </a:r>
          </a:p>
          <a:p/>
          <a:p>
            <a:r>
              <a:t>The first thing we tried was to find the months that look weird.</a:t>
            </a:r>
          </a:p>
          <a:p/>
          <a:p>
            <a:r>
              <a:t>For each product group we worked out from earlier years what it would normally have done, drew a</a:t>
            </a:r>
          </a:p>
          <a:p>
            <a:r>
              <a:t>band for ordinary wobble, and anything outside that band 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Organic chemicals and pharmaceuticals were both under open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has no idea why. It can't tell a tariff from a bad</a:t>
            </a:r>
          </a:p>
          <a:p>
            <a:r>
              <a:t>harvest. Connecting an unusual month to an actual tariff is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1:42   |   clock at end 7:52</a:t>
            </a:r>
          </a:p>
          <a:p>
            <a:r>
              <a:t>==========================================================</a:t>
            </a:r>
          </a:p>
          <a:p>
            <a:r>
              <a:t>SAY THIS:</a:t>
            </a:r>
          </a:p>
          <a:p/>
          <a:p>
            <a:r>
              <a:t>A tariff order never says "chapter 74, copper". It points at a list of specific eight digit</a:t>
            </a:r>
          </a:p>
          <a:p>
            <a:r>
              <a:t>codes, usually in a separate legal notice. So if you haven't read those lists, all you can do is</a:t>
            </a:r>
          </a:p>
          <a:p>
            <a:r>
              <a:t>mark a whole product group as tariffed whenever any action touches anything inside it.</a:t>
            </a:r>
          </a:p>
          <a:p/>
          <a:p>
            <a:r>
              <a:t>That's what we did. And we got nothing.</a:t>
            </a:r>
          </a:p>
          <a:p/>
          <a:p>
            <a:r>
              <a:t>So we went and read the lists. 9,083 eight digit codes.</a:t>
            </a:r>
          </a:p>
          <a:p/>
          <a:p>
            <a:r>
              <a:t>Figure 5 is what we found. Each bar counts a tariff action paired with a product group. The typical</a:t>
            </a:r>
          </a:p>
          <a:p>
            <a:r>
              <a:t>one covers about five percent of that group's value, and the red on the left is a third of them</a:t>
            </a:r>
          </a:p>
          <a:p>
            <a:r>
              <a:t>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 it</a:t>
            </a:r>
          </a:p>
          <a:p>
            <a:r>
              <a:t>wasn't, any real reaction in the five percent gets averaged away by the ninety-five percent that</a:t>
            </a:r>
          </a:p>
          <a:p>
            <a:r>
              <a:t>did nothing. The zero wasn't telling us about the world. It was telling us about our ruler.</a:t>
            </a:r>
          </a:p>
          <a:p/>
          <a:p>
            <a:r>
              <a:t>It was one of three reasons, and it's the one that generalizes.</a:t>
            </a:r>
          </a:p>
          <a:p/>
          <a:p>
            <a:r>
              <a:t>The fix is to work at eight digits, where a tariff either names a product or it doesn't. Everything</a:t>
            </a:r>
          </a:p>
          <a:p>
            <a:r>
              <a:t>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1:24   |   clock at end 9:16</a:t>
            </a:r>
          </a:p>
          <a:p>
            <a:r>
              <a:t>==========================================================</a:t>
            </a:r>
          </a:p>
          <a:p>
            <a:r>
              <a:t>SAY THIS:</a:t>
            </a:r>
          </a:p>
          <a:p/>
          <a:p>
            <a:r>
              <a:t>Built and checked: 140 months of trade at the level tariffs are actually written, reconciled</a:t>
            </a:r>
          </a:p>
          <a:p>
            <a:r>
              <a:t>against published totals.</a:t>
            </a:r>
          </a:p>
          <a:p/>
          <a:p>
            <a:r>
              <a:t>A detector that finds unusual months, and that on its own can't tell a 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a placebo, the identical calculation with every event</a:t>
            </a:r>
          </a:p>
          <a:p>
            <a:r>
              <a:t>shifted back two years. If it doesn't separate from its placebo, we don't report it. That's already</a:t>
            </a:r>
          </a:p>
          <a:p>
            <a:r>
              <a:t>killed three methods we built.</a:t>
            </a:r>
          </a:p>
          <a:p/>
          <a:p>
            <a:r>
              <a:t>Next, question one first,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reconciled against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