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slides 1-4 one of us, 5-8 the other. Both must speak.</a:t>
            </a:r>
          </a:p>
          <a:p>
            <a:r>
              <a:t>Eight slides for 10-15 minutes. Slides 2, 3 and 7 need the most time; 4 and 5 the least.</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and this is why. The null was our ruler, not the world.</a:t>
            </a:r>
          </a:p>
          <a:p/>
          <a:p>
            <a:r>
              <a:t>The fix is to work at the 8-digit level, where a tariff either names a product or it does not. Everything after this is built that way.</a:t>
            </a:r>
          </a:p>
          <a:p/>
          <a:p>
            <a:r>
              <a:t>-- NARRATE IT THROUGH COPPER, which they already know from slides 2, 5 and 6 --</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Published work measures these at the 8 to 10 digit level [1]. Coarser data shrinks</a:t>
            </a:r>
          </a:p>
          <a:p>
            <a:pPr algn="l">
              <a:lnSpc>
                <a:spcPct val="112000"/>
              </a:lnSpc>
            </a:pPr>
            <a:r>
              <a:rPr sz="1700" b="0" i="0">
                <a:solidFill>
                  <a:srgbClr val="6E737C"/>
                </a:solidFill>
                <a:latin typeface="Avenir Next"/>
              </a:rPr>
              <a:t>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reconciled against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