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7 need the most time; 4 and 5 the least.</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